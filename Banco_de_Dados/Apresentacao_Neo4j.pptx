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 ao Neo4j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Neo4j é um banco de dados orientado a grafos, criado pela Neo4j Inc.</a:t>
            </a:r>
          </a:p>
          <a:p>
            <a:pPr/>
            <a:r>
              <a:t>Diferente de bancos relacionais, foca em conexões (nós e relacionamentos).</a:t>
            </a:r>
          </a:p>
          <a:p>
            <a:pPr/>
            <a:r>
              <a:t>Armazena dados como grafos, permitindo consultas mais intuitivas.</a:t>
            </a:r>
          </a:p>
          <a:p>
            <a:pPr/>
            <a:r>
              <a:t>Modelo: nós (entidades), relacionamentos (arestas), propriedades (atributos).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e Modelo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Baseado no modelo Labeled Property Graph.</a:t>
            </a:r>
          </a:p>
          <a:p>
            <a:pPr/>
            <a:r>
              <a:t>Usa a linguagem Cypher para consultas declarativas.</a:t>
            </a:r>
          </a:p>
          <a:p>
            <a:pPr/>
            <a:r>
              <a:t>Suporta transações ACID e flexibilidade de esquema.</a:t>
            </a:r>
          </a:p>
          <a:p>
            <a:pPr/>
            <a:r>
              <a:t>Permite alto desempenho em consultas de múltiplos saltos (multi-hop).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de Uso e Benefícios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Redes sociais, detecção de fraudes, sistemas de recomendação.</a:t>
            </a:r>
          </a:p>
          <a:p>
            <a:pPr/>
            <a:r>
              <a:t>Excelente desempenho em dados conectados e relacionamentos complexos.</a:t>
            </a:r>
          </a:p>
          <a:p>
            <a:pPr/>
            <a:r>
              <a:t>Modelagem mais natural e intuitiva.</a:t>
            </a:r>
          </a:p>
          <a:p>
            <a:pPr/>
            <a:r>
              <a:t>Facilidade em aplicar algoritmos de grafo (ex: centralidade, comunidades).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Limitações e Pontos de Atenção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Curva de aprendizado para modelagem de grafos.</a:t>
            </a:r>
          </a:p>
          <a:p>
            <a:pPr/>
            <a:r>
              <a:t>Pode exigir planejamento em cenários de alta escrita ou larga escala.</a:t>
            </a:r>
          </a:p>
          <a:p>
            <a:pPr/>
            <a:r>
              <a:t>Nem todo problema precisa de um banco de grafos.</a:t>
            </a:r>
          </a:p>
          <a:p>
            <a:pPr/>
            <a:r>
              <a:t>Boas práticas: modelagem correta e prototipagem antes da adoção.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Começar / Implantação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Disponível localmente, em nuvem ou como serviço gerenciado (AuraDB).</a:t>
            </a:r>
          </a:p>
          <a:p>
            <a:pPr/>
            <a:r>
              <a:t>Passos: modelar o grafo, importar dados, escrever consultas, visualizar.</a:t>
            </a:r>
          </a:p>
          <a:p>
            <a:pPr/>
            <a:r>
              <a:t>Ferramentas: Neo4j Browser, Bloom, drivers para várias linguagens.</a:t>
            </a:r>
          </a:p>
          <a:p>
            <a:pPr/>
            <a:r>
              <a:t>Recursos: cursos gratuitos no Neo4j Graph Academy e documentação oficial.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Neo4j Documentation – https://neo4j.com/docs/getting-started/graph-database/</a:t>
            </a:r>
          </a:p>
          <a:p>
            <a:pPr/>
            <a:r>
              <a:t>Graphable.ai – What is Neo4j Graph Database</a:t>
            </a:r>
          </a:p>
          <a:p>
            <a:pPr/>
            <a:r>
              <a:t>Neo4j.com – Top Ten Reasons Why Neo4j Is the Best Graph Database</a:t>
            </a:r>
          </a:p>
          <a:p>
            <a:pPr/>
            <a:r>
              <a:t>Medium – Bhavik Jikadara, 'Neo4j Benefits, Use Cases, and Graph Database'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